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5" r:id="rId3"/>
    <p:sldId id="257" r:id="rId4"/>
    <p:sldId id="258" r:id="rId5"/>
    <p:sldId id="265" r:id="rId6"/>
    <p:sldId id="262" r:id="rId7"/>
    <p:sldId id="263" r:id="rId8"/>
    <p:sldId id="276" r:id="rId9"/>
    <p:sldId id="266" r:id="rId10"/>
    <p:sldId id="267" r:id="rId11"/>
    <p:sldId id="268" r:id="rId12"/>
    <p:sldId id="270" r:id="rId13"/>
    <p:sldId id="271" r:id="rId14"/>
    <p:sldId id="269" r:id="rId15"/>
    <p:sldId id="273" r:id="rId16"/>
    <p:sldId id="272" r:id="rId17"/>
    <p:sldId id="274" r:id="rId18"/>
    <p:sldId id="278" r:id="rId19"/>
    <p:sldId id="284" r:id="rId20"/>
    <p:sldId id="279" r:id="rId21"/>
    <p:sldId id="280" r:id="rId22"/>
    <p:sldId id="282" r:id="rId23"/>
    <p:sldId id="281" r:id="rId24"/>
    <p:sldId id="277" r:id="rId25"/>
    <p:sldId id="259" r:id="rId26"/>
    <p:sldId id="260" r:id="rId27"/>
    <p:sldId id="261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F858A0-344B-4A7F-A141-1EF01DDAD97B}" v="426" dt="2023-12-26T02:48:32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79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729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97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5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88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521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0710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775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32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28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522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808E6-8391-44AA-96E1-2866736B3DBE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E2DFE-59DE-450F-BDAD-2E30847BD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372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upport.3dsystems.com/s/article/OpenHaptics-for-Windows-Developer-Edition-v35?language=en_U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upport.3dsystems.com/s/article/OpenHaptics-for-Windows-Developer-Edition-v35?language=en_U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itojisan.xyz/trouble/21947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725CB1-28EC-058A-B4A5-48E62B975D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Guide_n_ReadMotion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D6801C-B72E-EDB0-4232-A00BD8A840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v2.2 </a:t>
            </a:r>
            <a:r>
              <a:rPr kumimoji="1" lang="ja-JP" altLang="en-US" dirty="0"/>
              <a:t>使いかたマニュアル</a:t>
            </a:r>
          </a:p>
        </p:txBody>
      </p:sp>
    </p:spTree>
    <p:extLst>
      <p:ext uri="{BB962C8B-B14F-4D97-AF65-F5344CB8AC3E}">
        <p14:creationId xmlns:p14="http://schemas.microsoft.com/office/powerpoint/2010/main" val="1878369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DEC18BA-1577-8F3E-A825-2BC532AB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準備編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69F11A-EE4D-4D6E-B24F-CFA2B9278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ja-JP" altLang="en-US" dirty="0"/>
              <a:t>すでに前のバージョンで動作できていれば、次の「操作編」へスキップしてください。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953968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F34083-7393-4030-853B-44D796FE8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3842767" cy="1325563"/>
          </a:xfrm>
        </p:spPr>
        <p:txBody>
          <a:bodyPr>
            <a:noAutofit/>
          </a:bodyPr>
          <a:lstStyle/>
          <a:p>
            <a:r>
              <a:rPr kumimoji="1" lang="ja-JP" altLang="en-US" sz="2800" dirty="0"/>
              <a:t>準備</a:t>
            </a:r>
            <a:r>
              <a:rPr kumimoji="1" lang="en-US" altLang="ja-JP" sz="2800" dirty="0"/>
              <a:t>1 </a:t>
            </a:r>
            <a:r>
              <a:rPr kumimoji="1" lang="en-US" altLang="ja-JP" sz="2800" dirty="0" err="1"/>
              <a:t>OpenHaptics</a:t>
            </a:r>
            <a:r>
              <a:rPr kumimoji="1" lang="en-US" altLang="ja-JP" sz="2800" dirty="0"/>
              <a:t> </a:t>
            </a:r>
            <a:r>
              <a:rPr kumimoji="1" lang="ja-JP" altLang="en-US" sz="2800" dirty="0"/>
              <a:t>ドライバのインストール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099DFD-F811-26DB-56FC-CBE9D33B3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altLang="ja-JP" dirty="0" err="1"/>
              <a:t>OpenHaptics</a:t>
            </a:r>
            <a:r>
              <a:rPr lang="en-US" altLang="ja-JP" dirty="0"/>
              <a:t> </a:t>
            </a:r>
            <a:r>
              <a:rPr lang="ja-JP" altLang="en-US" dirty="0"/>
              <a:t>ドライバーをインストールします</a:t>
            </a:r>
            <a:r>
              <a:rPr lang="en-US" altLang="ja-JP" dirty="0"/>
              <a:t>.</a:t>
            </a:r>
          </a:p>
          <a:p>
            <a:pPr lvl="1"/>
            <a:r>
              <a:rPr kumimoji="1" lang="en-US" altLang="ja-JP" dirty="0">
                <a:hlinkClick r:id="rId2"/>
              </a:rPr>
              <a:t>https://support.3dsystems.com/s/article/OpenHaptics-for-Windows-Developer-Edition-v35?language=en_US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へ行きます</a:t>
            </a:r>
            <a:r>
              <a:rPr kumimoji="1" lang="en-US" altLang="ja-JP" dirty="0"/>
              <a:t>.</a:t>
            </a:r>
          </a:p>
          <a:p>
            <a:pPr lvl="1"/>
            <a:r>
              <a:rPr kumimoji="1" lang="fr-FR" altLang="ja-JP" dirty="0"/>
              <a:t>Haptic device driver Installer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,</a:t>
            </a:r>
            <a:r>
              <a:rPr kumimoji="1" lang="ja-JP" altLang="en-US" dirty="0"/>
              <a:t>下記のいずれかのドライバーをダウンロードしてインストールします</a:t>
            </a:r>
            <a:endParaRPr kumimoji="1" lang="fr-FR" altLang="ja-JP" dirty="0"/>
          </a:p>
          <a:p>
            <a:pPr lvl="2"/>
            <a:r>
              <a:rPr kumimoji="1" lang="en-US" altLang="ja-JP" dirty="0"/>
              <a:t>3D system</a:t>
            </a:r>
            <a:r>
              <a:rPr kumimoji="1" lang="ja-JP" altLang="en-US" dirty="0"/>
              <a:t>社のデバイスの場合</a:t>
            </a:r>
            <a:endParaRPr kumimoji="1" lang="fr-FR" altLang="ja-JP" dirty="0"/>
          </a:p>
          <a:p>
            <a:pPr lvl="3"/>
            <a:r>
              <a:rPr kumimoji="1" lang="fr-FR" altLang="ja-JP" dirty="0"/>
              <a:t>Touch_Device_Driver_2023.1.4.exe</a:t>
            </a:r>
          </a:p>
          <a:p>
            <a:pPr lvl="2"/>
            <a:r>
              <a:rPr kumimoji="1" lang="ja-JP" altLang="en-US" dirty="0"/>
              <a:t>それ以外の古いデバイスの場合</a:t>
            </a:r>
            <a:endParaRPr kumimoji="1" lang="fr-FR" altLang="ja-JP" dirty="0"/>
          </a:p>
          <a:p>
            <a:pPr lvl="2"/>
            <a:r>
              <a:rPr kumimoji="1" lang="fr-FR" altLang="ja-JP" dirty="0"/>
              <a:t>Phantom_Device_Drivers_5.1.7.exe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7C247A5-B325-9F28-D110-F5A455275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6412"/>
            <a:ext cx="4343623" cy="58804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7A252C1A-056C-7C63-C692-838CA377DBC3}"/>
              </a:ext>
            </a:extLst>
          </p:cNvPr>
          <p:cNvSpPr/>
          <p:nvPr/>
        </p:nvSpPr>
        <p:spPr>
          <a:xfrm>
            <a:off x="4471417" y="5313298"/>
            <a:ext cx="2276856" cy="785750"/>
          </a:xfrm>
          <a:prstGeom prst="wedgeRoundRectCallout">
            <a:avLst>
              <a:gd name="adj1" fmla="val -79066"/>
              <a:gd name="adj2" fmla="val -146971"/>
              <a:gd name="adj3" fmla="val 1666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327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E4AD84-3956-1FDA-7870-022E4215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準備</a:t>
            </a:r>
            <a:r>
              <a:rPr kumimoji="1" lang="en-US" altLang="ja-JP" dirty="0"/>
              <a:t>2</a:t>
            </a:r>
            <a:r>
              <a:rPr kumimoji="1" lang="ja-JP" altLang="en-US" dirty="0"/>
              <a:t> デバイスの認識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94B307-3314-350B-C076-E4FAB7F4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68945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touch smart setup</a:t>
            </a:r>
            <a:r>
              <a:rPr lang="ja-JP" altLang="en-US" dirty="0"/>
              <a:t>などを使用して実際のデバイスを認識させます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381DEE5-E0ED-79DD-691F-94D424D2F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359" y="1189280"/>
            <a:ext cx="3646151" cy="3321289"/>
          </a:xfrm>
          <a:prstGeom prst="rect">
            <a:avLst/>
          </a:prstGeom>
        </p:spPr>
      </p:pic>
      <p:sp>
        <p:nvSpPr>
          <p:cNvPr id="4" name="吹き出し: 角を丸めた四角形 3">
            <a:extLst>
              <a:ext uri="{FF2B5EF4-FFF2-40B4-BE49-F238E27FC236}">
                <a16:creationId xmlns:a16="http://schemas.microsoft.com/office/drawing/2014/main" id="{20A6EEB7-846E-2F6A-5033-9D761906B964}"/>
              </a:ext>
            </a:extLst>
          </p:cNvPr>
          <p:cNvSpPr/>
          <p:nvPr/>
        </p:nvSpPr>
        <p:spPr>
          <a:xfrm>
            <a:off x="5425086" y="3977360"/>
            <a:ext cx="2276856" cy="175082"/>
          </a:xfrm>
          <a:prstGeom prst="wedgeRoundRectCallout">
            <a:avLst>
              <a:gd name="adj1" fmla="val -75617"/>
              <a:gd name="adj2" fmla="val -887120"/>
              <a:gd name="adj3" fmla="val 1666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D23BAD2-E129-11C0-ECB3-8679F9944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77" y="3880675"/>
            <a:ext cx="4521513" cy="243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36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F34083-7393-4030-853B-44D796FE8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3943350" cy="1325563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準備</a:t>
            </a:r>
            <a:r>
              <a:rPr lang="en-US" altLang="ja-JP" dirty="0"/>
              <a:t>3 </a:t>
            </a:r>
            <a:r>
              <a:rPr lang="en-US" altLang="ja-JP" dirty="0" err="1"/>
              <a:t>OpenHaptics</a:t>
            </a:r>
            <a:r>
              <a:rPr lang="en-US" altLang="ja-JP" dirty="0"/>
              <a:t> SDK</a:t>
            </a:r>
            <a:r>
              <a:rPr lang="ja-JP" altLang="en-US" dirty="0"/>
              <a:t>のインストール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099DFD-F811-26DB-56FC-CBE9D33B3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ja-JP" dirty="0">
                <a:hlinkClick r:id="rId2"/>
              </a:rPr>
              <a:t>https://support.3dsystems.com/s/article/OpenHaptics-for-Windows-Developer-Edition-v35?language=en_US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へ行きます</a:t>
            </a:r>
            <a:r>
              <a:rPr kumimoji="1" lang="en-US" altLang="ja-JP" dirty="0"/>
              <a:t>.</a:t>
            </a:r>
          </a:p>
          <a:p>
            <a:r>
              <a:rPr kumimoji="1" lang="fr-FR" altLang="ja-JP" dirty="0"/>
              <a:t>OpenHaptic</a:t>
            </a:r>
            <a:r>
              <a:rPr lang="fr-FR" altLang="ja-JP" dirty="0"/>
              <a:t>s</a:t>
            </a:r>
            <a:r>
              <a:rPr kumimoji="1" lang="fr-FR" altLang="ja-JP" dirty="0"/>
              <a:t> Installer</a:t>
            </a:r>
            <a:r>
              <a:rPr kumimoji="1" lang="ja-JP" altLang="en-US" dirty="0"/>
              <a:t>を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ダウンロードしてインストールします</a:t>
            </a:r>
            <a:endParaRPr kumimoji="1" lang="fr-FR" altLang="ja-JP" dirty="0"/>
          </a:p>
          <a:p>
            <a:pPr lvl="1"/>
            <a:r>
              <a:rPr kumimoji="1" lang="en-US" altLang="ja-JP" dirty="0"/>
              <a:t>C:\OpenHaptics </a:t>
            </a:r>
            <a:r>
              <a:rPr kumimoji="1" lang="ja-JP" altLang="en-US" dirty="0"/>
              <a:t>というフォルダが作られ</a:t>
            </a:r>
            <a:r>
              <a:rPr kumimoji="1" lang="en-US" altLang="ja-JP" dirty="0" err="1"/>
              <a:t>sdk</a:t>
            </a:r>
            <a:r>
              <a:rPr kumimoji="1" lang="ja-JP" altLang="en-US" dirty="0"/>
              <a:t>がその下にインストールされます</a:t>
            </a:r>
            <a:r>
              <a:rPr kumimoji="1" lang="en-US" altLang="ja-JP" dirty="0"/>
              <a:t>.</a:t>
            </a:r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7C247A5-B325-9F28-D110-F5A455275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6412"/>
            <a:ext cx="4343623" cy="5880402"/>
          </a:xfrm>
          <a:prstGeom prst="rect">
            <a:avLst/>
          </a:prstGeom>
        </p:spPr>
      </p:pic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7A252C1A-056C-7C63-C692-838CA377DBC3}"/>
              </a:ext>
            </a:extLst>
          </p:cNvPr>
          <p:cNvSpPr/>
          <p:nvPr/>
        </p:nvSpPr>
        <p:spPr>
          <a:xfrm>
            <a:off x="4466954" y="2853738"/>
            <a:ext cx="2500773" cy="785750"/>
          </a:xfrm>
          <a:prstGeom prst="wedgeRoundRectCallout">
            <a:avLst>
              <a:gd name="adj1" fmla="val -79066"/>
              <a:gd name="adj2" fmla="val -146971"/>
              <a:gd name="adj3" fmla="val 1666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501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E70F35-E299-D14A-520D-7005D16D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準備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8583BC-5776-3246-F259-46D25EB18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Visual studio community 2019</a:t>
            </a:r>
            <a:r>
              <a:rPr kumimoji="1" lang="ja-JP" altLang="en-US" dirty="0"/>
              <a:t>をインストールします</a:t>
            </a:r>
            <a:r>
              <a:rPr kumimoji="1" lang="en-US" altLang="ja-JP" dirty="0"/>
              <a:t>.</a:t>
            </a:r>
          </a:p>
          <a:p>
            <a:r>
              <a:rPr kumimoji="1" lang="ja-JP" altLang="en-US" dirty="0"/>
              <a:t>インストール手順は下記のサイトが詳しいです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Visual Studio Community 2019 </a:t>
            </a:r>
            <a:r>
              <a:rPr kumimoji="1" lang="ja-JP" altLang="en-US" dirty="0"/>
              <a:t>インストール手順 </a:t>
            </a:r>
            <a:r>
              <a:rPr kumimoji="1" lang="en-US" altLang="ja-JP" dirty="0"/>
              <a:t>| </a:t>
            </a:r>
            <a:r>
              <a:rPr kumimoji="1" lang="en-US" altLang="ja-JP" dirty="0" err="1"/>
              <a:t>YokkaichiUniv</a:t>
            </a:r>
            <a:r>
              <a:rPr kumimoji="1" lang="en-US" altLang="ja-JP" dirty="0"/>
              <a:t>. </a:t>
            </a:r>
            <a:r>
              <a:rPr kumimoji="1" lang="en-US" altLang="ja-JP" dirty="0" err="1"/>
              <a:t>ComputerCenter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https://web.yokkaichi-u.ac.jp/yucc/archives/2291</a:t>
            </a:r>
          </a:p>
          <a:p>
            <a:pPr lvl="1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6705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F7CCD-E9E9-0DB1-15D9-5FC27EB6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準備</a:t>
            </a:r>
            <a:r>
              <a:rPr kumimoji="1" lang="en-US" altLang="ja-JP" dirty="0"/>
              <a:t>3 </a:t>
            </a:r>
            <a:r>
              <a:rPr kumimoji="1" lang="ja-JP" altLang="en-US" dirty="0"/>
              <a:t>ソフトウェア本体の設置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48E78B-61DF-758B-03AF-4C806FB84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フォルダー</a:t>
            </a:r>
            <a:r>
              <a:rPr kumimoji="1" lang="en-US" altLang="ja-JP"/>
              <a:t>C:\OpenHaptics\Developer\3.5.0\examples\HD\console</a:t>
            </a:r>
            <a:br>
              <a:rPr kumimoji="1" lang="en-US" altLang="ja-JP"/>
            </a:br>
            <a:r>
              <a:rPr kumimoji="1" lang="ja-JP" altLang="en-US"/>
              <a:t>の</a:t>
            </a:r>
            <a:r>
              <a:rPr kumimoji="1" lang="ja-JP" altLang="en-US" dirty="0"/>
              <a:t>下に</a:t>
            </a:r>
            <a:r>
              <a:rPr kumimoji="1" lang="en-US" altLang="ja-JP" dirty="0"/>
              <a:t>,</a:t>
            </a:r>
            <a:r>
              <a:rPr kumimoji="1" lang="ja-JP" altLang="en-US" dirty="0"/>
              <a:t>このソフトウェアのフォルダーを丸ごとコピーしてください</a:t>
            </a:r>
            <a:r>
              <a:rPr kumimoji="1" lang="en-US" altLang="ja-JP" dirty="0"/>
              <a:t>.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6692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E7971310-9C21-AFAA-03C3-085267FB1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操作編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775E8BC-45B4-7ED1-810D-D38C56FB7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48399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E2344F-F1A0-BB2D-E04F-8E1C632BB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アプリケーションの起動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3276A9-95CC-35B7-AD18-72093BB03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アプリケーションの実行ファイルは</a:t>
            </a:r>
            <a:br>
              <a:rPr kumimoji="1" lang="en-US" altLang="ja-JP" dirty="0"/>
            </a:br>
            <a:r>
              <a:rPr kumimoji="1" lang="en-US" altLang="ja-JP" dirty="0"/>
              <a:t>Guide_n_ReadMotion</a:t>
            </a:r>
            <a:r>
              <a:rPr lang="en-US" altLang="ja-JP" dirty="0"/>
              <a:t>_v2_2</a:t>
            </a:r>
            <a:r>
              <a:rPr kumimoji="1" lang="en-US" altLang="ja-JP" dirty="0"/>
              <a:t>.exe</a:t>
            </a:r>
            <a:r>
              <a:rPr kumimoji="1" lang="ja-JP" altLang="en-US" dirty="0"/>
              <a:t>です</a:t>
            </a:r>
            <a:r>
              <a:rPr kumimoji="1" lang="en-US" altLang="ja-JP" dirty="0"/>
              <a:t>.</a:t>
            </a:r>
          </a:p>
          <a:p>
            <a:r>
              <a:rPr kumimoji="1" lang="ja-JP" altLang="en-US" dirty="0"/>
              <a:t>この実行ファイルは</a:t>
            </a:r>
            <a:r>
              <a:rPr kumimoji="1" lang="en-US" altLang="ja-JP" dirty="0"/>
              <a:t>visual studio 2019</a:t>
            </a:r>
            <a:r>
              <a:rPr kumimoji="1" lang="ja-JP" altLang="en-US" dirty="0"/>
              <a:t>でビルドしていますので</a:t>
            </a:r>
            <a:r>
              <a:rPr kumimoji="1" lang="en-US" altLang="ja-JP" dirty="0"/>
              <a:t>,</a:t>
            </a:r>
            <a:r>
              <a:rPr lang="ja-JP" altLang="en-US" dirty="0"/>
              <a:t>以下のどちらかのフォルダにあるはずです</a:t>
            </a:r>
            <a:r>
              <a:rPr lang="en-US" altLang="ja-JP" dirty="0"/>
              <a:t>.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x64\Release\</a:t>
            </a:r>
          </a:p>
          <a:p>
            <a:pPr lvl="1"/>
            <a:r>
              <a:rPr kumimoji="1" lang="en-US" altLang="ja-JP" dirty="0"/>
              <a:t>Win32\Debug\</a:t>
            </a:r>
          </a:p>
          <a:p>
            <a:r>
              <a:rPr lang="ja-JP" altLang="en-US" dirty="0"/>
              <a:t>両方ある場合は</a:t>
            </a:r>
            <a:r>
              <a:rPr lang="en-US" altLang="ja-JP" dirty="0"/>
              <a:t>,</a:t>
            </a:r>
            <a:r>
              <a:rPr lang="ja-JP" altLang="en-US" dirty="0"/>
              <a:t>どちらかを選んで実行してください</a:t>
            </a:r>
            <a:r>
              <a:rPr lang="en-US" altLang="ja-JP" dirty="0"/>
              <a:t>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09409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5CB7C5-9D55-525C-044A-DC49FE9D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アプリケーションの起動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0061C6-C277-791A-DD16-96C9F34AB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起動すると以下のような画面が表示されます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9C2A66E-A481-2D3E-2C83-D1408EE88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10" y="2384396"/>
            <a:ext cx="6787877" cy="364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3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1C5E91-1AD3-7F57-0AE5-56D40B21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このような画面が出たら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C78823-3660-5668-F4CF-DC8C38EA2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130277"/>
            <a:ext cx="7886700" cy="3046686"/>
          </a:xfrm>
        </p:spPr>
        <p:txBody>
          <a:bodyPr/>
          <a:lstStyle/>
          <a:p>
            <a:r>
              <a:rPr kumimoji="1" lang="ja-JP" altLang="en-US" dirty="0"/>
              <a:t>その</a:t>
            </a:r>
            <a:r>
              <a:rPr kumimoji="1" lang="en-US" altLang="ja-JP" dirty="0"/>
              <a:t>pc</a:t>
            </a:r>
            <a:r>
              <a:rPr kumimoji="1" lang="ja-JP" altLang="en-US" dirty="0"/>
              <a:t>でハプティクスデバイスが認識できていません</a:t>
            </a:r>
            <a:r>
              <a:rPr kumimoji="1" lang="en-US" altLang="ja-JP" dirty="0"/>
              <a:t>.</a:t>
            </a:r>
          </a:p>
          <a:p>
            <a:r>
              <a:rPr lang="ja-JP" altLang="en-US" dirty="0"/>
              <a:t>何かキーを押してアプリを終了した後</a:t>
            </a:r>
            <a:r>
              <a:rPr lang="en-US" altLang="ja-JP" dirty="0"/>
              <a:t>,</a:t>
            </a:r>
          </a:p>
          <a:p>
            <a:r>
              <a:rPr lang="en-US" altLang="ja-JP" dirty="0"/>
              <a:t>touch smart setup</a:t>
            </a:r>
            <a:r>
              <a:rPr lang="ja-JP" altLang="en-US" dirty="0"/>
              <a:t>などを使用して実際のデバイスを認識させてから再度アプリケーションを起動してください</a:t>
            </a:r>
            <a:r>
              <a:rPr lang="en-US" altLang="ja-JP" dirty="0"/>
              <a:t>.</a:t>
            </a:r>
          </a:p>
          <a:p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70BD3B8-17E9-85F5-F7E8-C764617523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987" b="64518"/>
          <a:stretch/>
        </p:blipFill>
        <p:spPr>
          <a:xfrm>
            <a:off x="1441723" y="1385756"/>
            <a:ext cx="6036162" cy="174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023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2BAF0-CBD0-EC50-5C87-A1FE55055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デバイスのキャリブレーション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C960C2-3F11-EE8F-48C3-DF7B5A426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886839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/>
              <a:t>起動直後に一回だけこのような画面が出ますので</a:t>
            </a:r>
            <a:r>
              <a:rPr kumimoji="1" lang="en-US" altLang="ja-JP" dirty="0"/>
              <a:t>,</a:t>
            </a:r>
          </a:p>
          <a:p>
            <a:r>
              <a:rPr lang="ja-JP" altLang="en-US" dirty="0"/>
              <a:t>スタイラスをインク</a:t>
            </a:r>
            <a:r>
              <a:rPr lang="en-US" altLang="ja-JP" dirty="0"/>
              <a:t>well</a:t>
            </a:r>
            <a:r>
              <a:rPr lang="ja-JP" altLang="en-US" dirty="0"/>
              <a:t>に差し込んでからキーを押してください</a:t>
            </a:r>
            <a:r>
              <a:rPr lang="en-US" altLang="ja-JP" dirty="0"/>
              <a:t>.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2A74557-F3DC-E6F5-3E67-0CFD43A2C5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200" b="47521"/>
          <a:stretch/>
        </p:blipFill>
        <p:spPr>
          <a:xfrm>
            <a:off x="1133856" y="3912615"/>
            <a:ext cx="6565392" cy="258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85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0DBAC7-1B8A-ABFC-8360-7759766CE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メニューが表示されます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0C966E-4182-B2F5-BEFC-7FD124673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271016"/>
            <a:ext cx="3886200" cy="5394959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 dirty="0"/>
              <a:t>それぞれ</a:t>
            </a:r>
            <a:r>
              <a:rPr kumimoji="1" lang="en-US" altLang="ja-JP" dirty="0"/>
              <a:t>,</a:t>
            </a:r>
            <a:r>
              <a:rPr kumimoji="1" lang="ja-JP" altLang="en-US" dirty="0"/>
              <a:t>左端の文字に対応するキーを押すとそのコマンドが実行されます</a:t>
            </a:r>
            <a:r>
              <a:rPr kumimoji="1" lang="en-US" altLang="ja-JP" dirty="0"/>
              <a:t>.</a:t>
            </a:r>
            <a:r>
              <a:rPr lang="ja-JP" altLang="en-US" dirty="0"/>
              <a:t>それぞれのコマンドは次のような意味です</a:t>
            </a:r>
            <a:r>
              <a:rPr lang="en-US" altLang="ja-JP" dirty="0"/>
              <a:t>.</a:t>
            </a:r>
          </a:p>
          <a:p>
            <a:pPr>
              <a:lnSpc>
                <a:spcPct val="120000"/>
              </a:lnSpc>
            </a:pPr>
            <a:r>
              <a:rPr kumimoji="1" lang="en-US" altLang="ja-JP" dirty="0"/>
              <a:t>L </a:t>
            </a:r>
            <a:r>
              <a:rPr kumimoji="1" lang="ja-JP" altLang="en-US" dirty="0"/>
              <a:t>動作データのロード</a:t>
            </a:r>
            <a:r>
              <a:rPr kumimoji="1" lang="en-US" altLang="ja-JP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G </a:t>
            </a:r>
            <a:r>
              <a:rPr lang="ja-JP" altLang="en-US" dirty="0"/>
              <a:t>ガイドモード </a:t>
            </a:r>
            <a:r>
              <a:rPr lang="en-US" altLang="ja-JP" dirty="0"/>
              <a:t>:</a:t>
            </a:r>
            <a:r>
              <a:rPr lang="ja-JP" altLang="en-US" dirty="0"/>
              <a:t> ロードした動作データに従ってスタイラスを強制的に動かします</a:t>
            </a:r>
            <a:r>
              <a:rPr lang="en-US" altLang="ja-JP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R </a:t>
            </a:r>
            <a:r>
              <a:rPr lang="ja-JP" altLang="en-US" dirty="0"/>
              <a:t>記録モード </a:t>
            </a:r>
            <a:r>
              <a:rPr lang="en-US" altLang="ja-JP" dirty="0"/>
              <a:t>:</a:t>
            </a:r>
            <a:r>
              <a:rPr lang="ja-JP" altLang="en-US" dirty="0"/>
              <a:t> スタイラスの動作を</a:t>
            </a:r>
            <a:r>
              <a:rPr lang="en-US" altLang="ja-JP" dirty="0"/>
              <a:t>csv</a:t>
            </a:r>
            <a:r>
              <a:rPr lang="ja-JP" altLang="en-US" dirty="0"/>
              <a:t>ファイルに記録します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D </a:t>
            </a:r>
            <a:r>
              <a:rPr lang="ja-JP" altLang="en-US" dirty="0"/>
              <a:t>記録データをロードずみデータへの複製 </a:t>
            </a:r>
            <a:r>
              <a:rPr lang="en-US" altLang="ja-JP" dirty="0"/>
              <a:t>:</a:t>
            </a:r>
            <a:r>
              <a:rPr lang="ja-JP" altLang="en-US" dirty="0"/>
              <a:t> 直前に記録した</a:t>
            </a:r>
            <a:r>
              <a:rPr lang="en-US" altLang="ja-JP" dirty="0"/>
              <a:t>csv</a:t>
            </a:r>
            <a:r>
              <a:rPr lang="ja-JP" altLang="en-US" dirty="0"/>
              <a:t>データを読み込んで動作データとします</a:t>
            </a:r>
            <a:r>
              <a:rPr lang="en-US" altLang="ja-JP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P </a:t>
            </a:r>
            <a:r>
              <a:rPr lang="ja-JP" altLang="en-US" dirty="0"/>
              <a:t>スタイラスの位置や角度を表示します</a:t>
            </a:r>
            <a:r>
              <a:rPr lang="en-US" altLang="ja-JP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C </a:t>
            </a:r>
            <a:r>
              <a:rPr lang="ja-JP" altLang="en-US" dirty="0"/>
              <a:t>スタイラスの位置や角度を連続的に表示します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A </a:t>
            </a:r>
            <a:r>
              <a:rPr lang="ja-JP" altLang="en-US" dirty="0"/>
              <a:t>ほかのソフトウェアなどで作られた</a:t>
            </a:r>
            <a:r>
              <a:rPr lang="en-US" altLang="ja-JP" dirty="0"/>
              <a:t>,</a:t>
            </a:r>
            <a:r>
              <a:rPr lang="ja-JP" altLang="en-US" dirty="0"/>
              <a:t>任意のサンプリング時間の動作データをこのソフトウェアで使えるようにします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W (</a:t>
            </a:r>
            <a:r>
              <a:rPr lang="ja-JP" altLang="en-US" dirty="0"/>
              <a:t>デバッグ用です</a:t>
            </a:r>
            <a:r>
              <a:rPr lang="en-US" altLang="ja-JP" dirty="0"/>
              <a:t>)</a:t>
            </a:r>
            <a:r>
              <a:rPr lang="ja-JP" altLang="en-US" dirty="0"/>
              <a:t> りサンプルされたリプレイデータをファイルに書き込みます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H </a:t>
            </a:r>
            <a:r>
              <a:rPr lang="ja-JP" altLang="en-US" dirty="0"/>
              <a:t>このメニューつまりコマンド一覧を表示します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Q </a:t>
            </a:r>
            <a:r>
              <a:rPr lang="ja-JP" altLang="en-US" dirty="0"/>
              <a:t>ソフトウェアを終了します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CWD : </a:t>
            </a:r>
            <a:r>
              <a:rPr lang="ja-JP" altLang="en-US" dirty="0"/>
              <a:t>模範データや記録データを保管するフォルダを表示しています</a:t>
            </a:r>
            <a:r>
              <a:rPr lang="en-US" altLang="ja-JP" dirty="0"/>
              <a:t>.</a:t>
            </a:r>
            <a:r>
              <a:rPr lang="ja-JP" altLang="en-US" dirty="0"/>
              <a:t>その下の数値はフォルダ名の長さです</a:t>
            </a:r>
            <a:endParaRPr lang="en-US" altLang="ja-JP" dirty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C506CCFE-35E4-C974-9931-5640C69BD9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37236"/>
          <a:stretch/>
        </p:blipFill>
        <p:spPr>
          <a:xfrm>
            <a:off x="4912614" y="1825625"/>
            <a:ext cx="3886200" cy="3329284"/>
          </a:xfrm>
        </p:spPr>
      </p:pic>
    </p:spTree>
    <p:extLst>
      <p:ext uri="{BB962C8B-B14F-4D97-AF65-F5344CB8AC3E}">
        <p14:creationId xmlns:p14="http://schemas.microsoft.com/office/powerpoint/2010/main" val="3879230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FB894B-4394-E709-178C-71B39BCD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</a:t>
            </a:r>
            <a:r>
              <a:rPr lang="ja-JP" altLang="en-US" dirty="0"/>
              <a:t>模範動作データの読み込み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949F9F-D46F-69A8-A3CD-CD3AADD9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014216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L</a:t>
            </a:r>
            <a:r>
              <a:rPr kumimoji="1" lang="ja-JP" altLang="en-US" dirty="0"/>
              <a:t>キーを押して模範動作データを読み込みます</a:t>
            </a:r>
            <a:r>
              <a:rPr kumimoji="1" lang="en-US" altLang="ja-JP" dirty="0"/>
              <a:t>.</a:t>
            </a:r>
          </a:p>
          <a:p>
            <a:pPr>
              <a:lnSpc>
                <a:spcPct val="120000"/>
              </a:lnSpc>
            </a:pPr>
            <a:r>
              <a:rPr lang="ja-JP" altLang="en-US" dirty="0"/>
              <a:t>模範動作データのファイル名は</a:t>
            </a:r>
            <a:r>
              <a:rPr lang="en-US" altLang="ja-JP" dirty="0"/>
              <a:t>replay_resampled.csv</a:t>
            </a:r>
            <a:r>
              <a:rPr lang="ja-JP" altLang="en-US" dirty="0"/>
              <a:t>です</a:t>
            </a:r>
            <a:r>
              <a:rPr lang="en-US" altLang="ja-JP" dirty="0"/>
              <a:t>.</a:t>
            </a:r>
          </a:p>
          <a:p>
            <a:pPr lvl="1">
              <a:lnSpc>
                <a:spcPct val="120000"/>
              </a:lnSpc>
            </a:pP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 dirty="0"/>
              <a:t>正常にデータが読み込まれると</a:t>
            </a:r>
            <a:r>
              <a:rPr lang="en-US" altLang="ja-JP" dirty="0"/>
              <a:t>,[Replay resampled </a:t>
            </a:r>
            <a:r>
              <a:rPr lang="en-US" altLang="ja-JP" dirty="0" err="1"/>
              <a:t>dataloaded</a:t>
            </a:r>
            <a:r>
              <a:rPr lang="en-US" altLang="ja-JP" dirty="0"/>
              <a:t>. total XXXX elements.]</a:t>
            </a:r>
            <a:r>
              <a:rPr lang="ja-JP" altLang="en-US" dirty="0"/>
              <a:t>と表示されてすぐさまメニューが再表示されます。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 dirty="0"/>
              <a:t>トータルエレメント数が</a:t>
            </a:r>
            <a:r>
              <a:rPr lang="en-US" altLang="ja-JP" dirty="0"/>
              <a:t>0</a:t>
            </a:r>
            <a:r>
              <a:rPr lang="ja-JP" altLang="en-US" dirty="0"/>
              <a:t>であれば</a:t>
            </a:r>
            <a:r>
              <a:rPr lang="en-US" altLang="ja-JP" dirty="0"/>
              <a:t>,</a:t>
            </a:r>
            <a:r>
              <a:rPr lang="ja-JP" altLang="en-US" dirty="0"/>
              <a:t>何かファイルに不具合が起こっていますので確認してください</a:t>
            </a:r>
            <a:endParaRPr lang="en-US" altLang="ja-JP" dirty="0"/>
          </a:p>
          <a:p>
            <a:pPr marL="0" indent="0">
              <a:lnSpc>
                <a:spcPct val="120000"/>
              </a:lnSpc>
              <a:buNone/>
            </a:pPr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E6486DB-EAB0-83EB-5B4D-961661CC5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100" b="-662"/>
          <a:stretch/>
        </p:blipFill>
        <p:spPr>
          <a:xfrm>
            <a:off x="4967478" y="1625219"/>
            <a:ext cx="4014216" cy="494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17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B9C61E-DAFB-CA3F-1D32-86C546135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</a:t>
            </a:r>
            <a:r>
              <a:rPr kumimoji="1" lang="ja-JP" altLang="en-US" dirty="0"/>
              <a:t>ガイドモード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429425-2A32-9421-BBFF-90E88134E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ja-JP" dirty="0"/>
              <a:t>G</a:t>
            </a:r>
            <a:r>
              <a:rPr kumimoji="1" lang="ja-JP" altLang="en-US" dirty="0"/>
              <a:t>キーを押すと</a:t>
            </a:r>
            <a:r>
              <a:rPr kumimoji="1" lang="en-US" altLang="ja-JP" dirty="0"/>
              <a:t>,</a:t>
            </a:r>
            <a:r>
              <a:rPr kumimoji="1" lang="ja-JP" altLang="en-US" dirty="0"/>
              <a:t>ガイドモードに移行します。</a:t>
            </a:r>
            <a:endParaRPr kumimoji="1" lang="en-US" altLang="ja-JP" dirty="0"/>
          </a:p>
          <a:p>
            <a:r>
              <a:rPr kumimoji="1" lang="en-US" altLang="ja-JP" dirty="0">
                <a:solidFill>
                  <a:srgbClr val="0070C0"/>
                </a:solidFill>
              </a:rPr>
              <a:t>1.Replay mode :</a:t>
            </a:r>
          </a:p>
          <a:p>
            <a:pPr lvl="1"/>
            <a:r>
              <a:rPr kumimoji="1" lang="en-US" altLang="ja-JP" dirty="0">
                <a:solidFill>
                  <a:srgbClr val="0070C0"/>
                </a:solidFill>
              </a:rPr>
              <a:t>   Please remove stylus from calibration well, and hold any position.</a:t>
            </a:r>
          </a:p>
          <a:p>
            <a:pPr lvl="1"/>
            <a:r>
              <a:rPr kumimoji="1" lang="en-US" altLang="ja-JP" dirty="0">
                <a:solidFill>
                  <a:srgbClr val="0070C0"/>
                </a:solidFill>
              </a:rPr>
              <a:t>   When you got ready, press any key.</a:t>
            </a:r>
          </a:p>
          <a:p>
            <a:r>
              <a:rPr lang="ja-JP" altLang="en-US" dirty="0"/>
              <a:t>と表示されますので</a:t>
            </a:r>
            <a:r>
              <a:rPr lang="en-US" altLang="ja-JP" dirty="0"/>
              <a:t>,</a:t>
            </a:r>
            <a:r>
              <a:rPr lang="ja-JP" altLang="en-US" dirty="0"/>
              <a:t>インクウェルからスタイラスを抜いて</a:t>
            </a:r>
            <a:r>
              <a:rPr lang="en-US" altLang="ja-JP" dirty="0"/>
              <a:t>,</a:t>
            </a:r>
            <a:r>
              <a:rPr lang="ja-JP" altLang="en-US" dirty="0"/>
              <a:t>軽く持ってください。</a:t>
            </a:r>
            <a:endParaRPr lang="en-US" altLang="ja-JP" dirty="0"/>
          </a:p>
          <a:p>
            <a:r>
              <a:rPr kumimoji="1" lang="ja-JP" altLang="en-US" dirty="0"/>
              <a:t>その後、キーボードの何かキーを押すと</a:t>
            </a:r>
            <a:r>
              <a:rPr kumimoji="1" lang="en-US" altLang="ja-JP" dirty="0"/>
              <a:t>,</a:t>
            </a:r>
            <a:r>
              <a:rPr kumimoji="1" lang="ja-JP" altLang="en-US" dirty="0"/>
              <a:t>模範動作の初期値にスタイラスが動きます。</a:t>
            </a:r>
            <a:endParaRPr kumimoji="1" lang="en-US" altLang="ja-JP" dirty="0"/>
          </a:p>
          <a:p>
            <a:r>
              <a:rPr kumimoji="1" lang="en-US" altLang="ja-JP" dirty="0"/>
              <a:t>2.</a:t>
            </a:r>
            <a:r>
              <a:rPr kumimoji="1" lang="ja-JP" altLang="en-US" dirty="0"/>
              <a:t> その後、もう一度何かキーを押すと</a:t>
            </a:r>
            <a:r>
              <a:rPr kumimoji="1" lang="en-US" altLang="ja-JP" dirty="0"/>
              <a:t>, </a:t>
            </a:r>
            <a:r>
              <a:rPr kumimoji="1" lang="ja-JP" altLang="en-US" dirty="0"/>
              <a:t>次のような</a:t>
            </a:r>
            <a:r>
              <a:rPr kumimoji="1" lang="en-US" altLang="ja-JP" dirty="0"/>
              <a:t>3</a:t>
            </a:r>
            <a:r>
              <a:rPr kumimoji="1" lang="ja-JP" altLang="en-US" dirty="0"/>
              <a:t>秒のカウントダウンの後</a:t>
            </a:r>
            <a:r>
              <a:rPr kumimoji="1" lang="en-US" altLang="ja-JP" dirty="0"/>
              <a:t>,</a:t>
            </a:r>
            <a:r>
              <a:rPr lang="ja-JP" altLang="en-US" dirty="0"/>
              <a:t> </a:t>
            </a:r>
            <a:r>
              <a:rPr kumimoji="1" lang="ja-JP" altLang="en-US" dirty="0"/>
              <a:t>実際にスタイラスが模範動作の通りに動きます</a:t>
            </a:r>
            <a:r>
              <a:rPr kumimoji="1" lang="en-US" altLang="ja-JP" dirty="0"/>
              <a:t>.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lvl="1"/>
            <a:r>
              <a:rPr kumimoji="1" lang="en-US" altLang="ja-JP" dirty="0">
                <a:solidFill>
                  <a:srgbClr val="0070C0"/>
                </a:solidFill>
              </a:rPr>
              <a:t>Replay starts after 3 sec.count.3   2   1   ...go!</a:t>
            </a:r>
          </a:p>
          <a:p>
            <a:r>
              <a:rPr kumimoji="1" lang="ja-JP" altLang="en-US" dirty="0"/>
              <a:t>模範動作が終わると</a:t>
            </a:r>
            <a:r>
              <a:rPr kumimoji="1" lang="en-US" altLang="ja-JP" dirty="0"/>
              <a:t>,</a:t>
            </a:r>
            <a:r>
              <a:rPr kumimoji="1" lang="ja-JP" altLang="en-US" dirty="0"/>
              <a:t>スタイラスは終了位置でロックされます</a:t>
            </a:r>
            <a:r>
              <a:rPr kumimoji="1" lang="en-US" altLang="ja-JP" dirty="0"/>
              <a:t>.</a:t>
            </a:r>
            <a:br>
              <a:rPr kumimoji="1" lang="en-US" altLang="ja-JP" dirty="0"/>
            </a:br>
            <a:r>
              <a:rPr kumimoji="1" lang="ja-JP" altLang="en-US" dirty="0"/>
              <a:t>そして以下のように表示されますので</a:t>
            </a:r>
            <a:r>
              <a:rPr kumimoji="1" lang="en-US" altLang="ja-JP" dirty="0"/>
              <a:t>,</a:t>
            </a:r>
            <a:r>
              <a:rPr kumimoji="1" lang="ja-JP" altLang="en-US" dirty="0"/>
              <a:t>何かキーを押せばロックは解除されます</a:t>
            </a:r>
            <a:r>
              <a:rPr kumimoji="1" lang="en-US" altLang="ja-JP" dirty="0"/>
              <a:t>.</a:t>
            </a:r>
          </a:p>
          <a:p>
            <a:pPr lvl="1"/>
            <a:r>
              <a:rPr kumimoji="1" lang="en-US" altLang="ja-JP" dirty="0">
                <a:solidFill>
                  <a:srgbClr val="0070C0"/>
                </a:solidFill>
              </a:rPr>
              <a:t>press any key to quit replay mode.</a:t>
            </a:r>
          </a:p>
          <a:p>
            <a:r>
              <a:rPr kumimoji="1" lang="ja-JP" altLang="en-US" dirty="0"/>
              <a:t>ロックが解除されると以下のように表示され</a:t>
            </a:r>
            <a:r>
              <a:rPr kumimoji="1" lang="en-US" altLang="ja-JP" dirty="0"/>
              <a:t>,</a:t>
            </a:r>
            <a:r>
              <a:rPr kumimoji="1" lang="ja-JP" altLang="en-US" dirty="0"/>
              <a:t>スタイラスはフリー状態になります</a:t>
            </a:r>
            <a:r>
              <a:rPr kumimoji="1" lang="en-US" altLang="ja-JP" dirty="0"/>
              <a:t>.</a:t>
            </a:r>
            <a:br>
              <a:rPr kumimoji="1" lang="en-US" altLang="ja-JP" dirty="0"/>
            </a:br>
            <a:r>
              <a:rPr kumimoji="1" lang="ja-JP" altLang="en-US" dirty="0"/>
              <a:t>そして引き続き</a:t>
            </a:r>
            <a:r>
              <a:rPr kumimoji="1" lang="en-US" altLang="ja-JP" dirty="0"/>
              <a:t>,</a:t>
            </a:r>
            <a:r>
              <a:rPr kumimoji="1" lang="ja-JP" altLang="en-US" dirty="0"/>
              <a:t>メニューが表示されます</a:t>
            </a:r>
            <a:endParaRPr kumimoji="1" lang="en-US" altLang="ja-JP" dirty="0"/>
          </a:p>
          <a:p>
            <a:r>
              <a:rPr kumimoji="1" lang="en-US" altLang="ja-JP" dirty="0">
                <a:solidFill>
                  <a:srgbClr val="0070C0"/>
                </a:solidFill>
              </a:rPr>
              <a:t>replay mode disabled.</a:t>
            </a:r>
            <a:endParaRPr kumimoji="1" lang="ja-JP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160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9A1264-0437-383D-3174-0DD0D415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3. R </a:t>
            </a:r>
            <a:r>
              <a:rPr lang="ja-JP" altLang="en-US" dirty="0"/>
              <a:t>記録モード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B9C976-4BF7-0AED-5C44-DE586A38B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33272"/>
            <a:ext cx="7886700" cy="5143691"/>
          </a:xfrm>
        </p:spPr>
        <p:txBody>
          <a:bodyPr>
            <a:normAutofit fontScale="47500" lnSpcReduction="20000"/>
          </a:bodyPr>
          <a:lstStyle/>
          <a:p>
            <a:r>
              <a:rPr lang="ja-JP" altLang="en-US" dirty="0"/>
              <a:t>スタイラスを自由に動かしてその動きを</a:t>
            </a:r>
            <a:r>
              <a:rPr lang="en-US" altLang="ja-JP" dirty="0"/>
              <a:t>csv</a:t>
            </a:r>
            <a:r>
              <a:rPr lang="ja-JP" altLang="en-US" dirty="0"/>
              <a:t>ファイルに記録できるモードです</a:t>
            </a:r>
            <a:r>
              <a:rPr lang="en-US" altLang="ja-JP" dirty="0"/>
              <a:t>.</a:t>
            </a:r>
          </a:p>
          <a:p>
            <a:r>
              <a:rPr lang="ja-JP" altLang="en-US" dirty="0"/>
              <a:t>記録は最大</a:t>
            </a:r>
            <a:r>
              <a:rPr lang="en-US" altLang="ja-JP" dirty="0"/>
              <a:t>100</a:t>
            </a:r>
            <a:r>
              <a:rPr lang="ja-JP" altLang="en-US" dirty="0"/>
              <a:t>秒までできます。</a:t>
            </a:r>
            <a:endParaRPr lang="en-US" altLang="ja-JP" dirty="0"/>
          </a:p>
          <a:p>
            <a:pPr lvl="1"/>
            <a:r>
              <a:rPr lang="ja-JP" altLang="en-US" dirty="0"/>
              <a:t>この秒数は、ソースコードの</a:t>
            </a:r>
            <a:r>
              <a:rPr lang="en-US" altLang="ja-JP" dirty="0"/>
              <a:t>define</a:t>
            </a:r>
            <a:r>
              <a:rPr lang="ja-JP" altLang="en-US" dirty="0"/>
              <a:t>文を変更してリビルドすることで変更できます。</a:t>
            </a:r>
            <a:endParaRPr lang="en-US" altLang="ja-JP" dirty="0"/>
          </a:p>
          <a:p>
            <a:r>
              <a:rPr lang="en-US" altLang="ja-JP" dirty="0"/>
              <a:t>100</a:t>
            </a:r>
            <a:r>
              <a:rPr lang="ja-JP" altLang="en-US" dirty="0"/>
              <a:t>秒に達していなくても、何かキーを押すと記録終了できます。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使いかた</a:t>
            </a:r>
            <a:endParaRPr lang="en-US" altLang="ja-JP" dirty="0"/>
          </a:p>
          <a:p>
            <a:r>
              <a:rPr lang="ja-JP" altLang="en-US" dirty="0"/>
              <a:t>まず</a:t>
            </a:r>
            <a:r>
              <a:rPr lang="en-US" altLang="ja-JP" dirty="0"/>
              <a:t>,</a:t>
            </a:r>
            <a:r>
              <a:rPr lang="ja-JP" altLang="en-US" dirty="0"/>
              <a:t>スタイラスをインクウェルから出して</a:t>
            </a:r>
            <a:r>
              <a:rPr lang="en-US" altLang="ja-JP" dirty="0"/>
              <a:t>,</a:t>
            </a:r>
            <a:r>
              <a:rPr lang="ja-JP" altLang="en-US" dirty="0"/>
              <a:t>記録を始めたい位置に</a:t>
            </a:r>
            <a:r>
              <a:rPr lang="en-US" altLang="ja-JP" dirty="0"/>
              <a:t>,</a:t>
            </a:r>
            <a:r>
              <a:rPr lang="ja-JP" altLang="en-US" dirty="0"/>
              <a:t>かまえてください</a:t>
            </a:r>
            <a:r>
              <a:rPr lang="en-US" altLang="ja-JP" dirty="0"/>
              <a:t>.</a:t>
            </a:r>
          </a:p>
          <a:p>
            <a:r>
              <a:rPr lang="ja-JP" altLang="en-US" dirty="0"/>
              <a:t>メニューで</a:t>
            </a:r>
            <a:r>
              <a:rPr lang="en-US" altLang="ja-JP" dirty="0"/>
              <a:t>R</a:t>
            </a:r>
            <a:r>
              <a:rPr lang="ja-JP" altLang="en-US" dirty="0"/>
              <a:t>キーを押すとこのような表示が出て</a:t>
            </a:r>
            <a:r>
              <a:rPr lang="en-US" altLang="ja-JP" dirty="0"/>
              <a:t>,</a:t>
            </a:r>
            <a:r>
              <a:rPr lang="ja-JP" altLang="en-US" dirty="0"/>
              <a:t> </a:t>
            </a:r>
            <a:r>
              <a:rPr lang="en-US" altLang="ja-JP" dirty="0"/>
              <a:t>3</a:t>
            </a:r>
            <a:r>
              <a:rPr lang="ja-JP" altLang="en-US" dirty="0"/>
              <a:t>秒間のカウントダウンの後に</a:t>
            </a:r>
            <a:r>
              <a:rPr lang="en-US" altLang="ja-JP" dirty="0"/>
              <a:t>,</a:t>
            </a:r>
            <a:r>
              <a:rPr lang="ja-JP" altLang="en-US" dirty="0"/>
              <a:t>記録モードに入ります</a:t>
            </a:r>
            <a:r>
              <a:rPr lang="en-US" altLang="ja-JP" dirty="0"/>
              <a:t>.</a:t>
            </a:r>
          </a:p>
          <a:p>
            <a:pPr lvl="1"/>
            <a:r>
              <a:rPr lang="en-US" altLang="ja-JP" dirty="0">
                <a:solidFill>
                  <a:srgbClr val="0070C0"/>
                </a:solidFill>
              </a:rPr>
              <a:t>Now I record your motion in 18.850000 seconds.</a:t>
            </a:r>
          </a:p>
          <a:p>
            <a:pPr lvl="2"/>
            <a:r>
              <a:rPr lang="ja-JP" altLang="en-US" dirty="0"/>
              <a:t>動作を何秒記録できるかが表示されます</a:t>
            </a:r>
            <a:r>
              <a:rPr lang="en-US" altLang="ja-JP" dirty="0"/>
              <a:t>.</a:t>
            </a:r>
            <a:r>
              <a:rPr lang="ja-JP" altLang="en-US" dirty="0"/>
              <a:t>この秒数は読み込んだ模範データの長さによって変わります</a:t>
            </a:r>
            <a:r>
              <a:rPr lang="en-US" altLang="ja-JP" dirty="0"/>
              <a:t>.</a:t>
            </a:r>
          </a:p>
          <a:p>
            <a:pPr lvl="1"/>
            <a:r>
              <a:rPr lang="en-US" altLang="ja-JP" dirty="0">
                <a:solidFill>
                  <a:srgbClr val="0070C0"/>
                </a:solidFill>
              </a:rPr>
              <a:t>Recording mode starts after 3 sec.count.3   2   1   ...go!</a:t>
            </a:r>
          </a:p>
          <a:p>
            <a:pPr lvl="2"/>
            <a:r>
              <a:rPr lang="en-US" altLang="ja-JP" dirty="0"/>
              <a:t>go!</a:t>
            </a:r>
            <a:r>
              <a:rPr lang="ja-JP" altLang="en-US" dirty="0"/>
              <a:t>の表示が出たら記録したい動作を開始してください</a:t>
            </a:r>
            <a:r>
              <a:rPr lang="en-US" altLang="ja-JP" dirty="0"/>
              <a:t>.</a:t>
            </a:r>
          </a:p>
          <a:p>
            <a:r>
              <a:rPr lang="ja-JP" altLang="en-US" dirty="0"/>
              <a:t>記録が終了すると自動的に記録したデータが表示されます</a:t>
            </a:r>
            <a:r>
              <a:rPr lang="en-US" altLang="ja-JP" dirty="0"/>
              <a:t>.</a:t>
            </a:r>
            <a:r>
              <a:rPr lang="ja-JP" altLang="en-US" dirty="0"/>
              <a:t>そして自動的にメインメニューに戻ります</a:t>
            </a:r>
            <a:endParaRPr lang="en-US" altLang="ja-JP" dirty="0"/>
          </a:p>
          <a:p>
            <a:pPr lvl="1"/>
            <a:r>
              <a:rPr lang="en-US" altLang="ja-JP" dirty="0">
                <a:solidFill>
                  <a:srgbClr val="0070C0"/>
                </a:solidFill>
              </a:rPr>
              <a:t>time:18770: Current position (mm): 0.000000 -65.510712 -88.114197Current Gimbal Angles (rad): 0.016727 0.772984100 1.701618</a:t>
            </a:r>
          </a:p>
          <a:p>
            <a:pPr lvl="1"/>
            <a:r>
              <a:rPr lang="en-US" altLang="ja-JP" dirty="0">
                <a:solidFill>
                  <a:srgbClr val="0070C0"/>
                </a:solidFill>
              </a:rPr>
              <a:t>time:18820: Current position (mm): 0.000000 -65.510712 -88.114197Current Gimbal Angles (rad): 0.015449 0.774262 1.701618</a:t>
            </a:r>
          </a:p>
          <a:p>
            <a:pPr lvl="1"/>
            <a:r>
              <a:rPr lang="en-US" altLang="ja-JP" dirty="0">
                <a:solidFill>
                  <a:srgbClr val="0070C0"/>
                </a:solidFill>
              </a:rPr>
              <a:t>time:18830: Current position (mm): 0.000000 -65.510712 -88.114197Current Gimbal Angles (rad): 0.015449 0.774262 1.700340</a:t>
            </a:r>
          </a:p>
          <a:p>
            <a:pPr lvl="1"/>
            <a:r>
              <a:rPr lang="en-US" altLang="ja-JP" dirty="0">
                <a:solidFill>
                  <a:srgbClr val="0070C0"/>
                </a:solidFill>
              </a:rPr>
              <a:t>time:18840: Current position (mm): 0.000000 -65.510712 -88.114197Current Gimbal Angles (rad): 0.015449 0.774262 1.700340</a:t>
            </a:r>
          </a:p>
        </p:txBody>
      </p:sp>
    </p:spTree>
    <p:extLst>
      <p:ext uri="{BB962C8B-B14F-4D97-AF65-F5344CB8AC3E}">
        <p14:creationId xmlns:p14="http://schemas.microsoft.com/office/powerpoint/2010/main" val="3225853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27F48E-0107-D9C6-0DD0-FD30031E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 : </a:t>
            </a:r>
            <a:r>
              <a:rPr lang="ja-JP" altLang="en-US" dirty="0"/>
              <a:t>記録データの模範データへの複製</a:t>
            </a:r>
            <a:endParaRPr kumimoji="1" lang="ja-JP" altLang="en-US" dirty="0">
              <a:solidFill>
                <a:srgbClr val="C00000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E9B075-C31F-DEE0-B795-A16A21BEB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メニューで「</a:t>
            </a:r>
            <a:r>
              <a:rPr lang="en-US" altLang="ja-JP" dirty="0"/>
              <a:t>D</a:t>
            </a:r>
            <a:r>
              <a:rPr lang="ja-JP" altLang="en-US" dirty="0"/>
              <a:t>」キーを押すと、</a:t>
            </a:r>
            <a:endParaRPr lang="en-US" altLang="ja-JP" dirty="0"/>
          </a:p>
          <a:p>
            <a:r>
              <a:rPr kumimoji="1" lang="ja-JP" altLang="en-US" dirty="0"/>
              <a:t>ファイルに記録したデータを読みこみます。</a:t>
            </a:r>
            <a:endParaRPr kumimoji="1" lang="en-US" altLang="ja-JP" dirty="0"/>
          </a:p>
          <a:p>
            <a:r>
              <a:rPr kumimoji="1" lang="ja-JP" altLang="en-US" dirty="0"/>
              <a:t>直前に「</a:t>
            </a:r>
            <a:r>
              <a:rPr kumimoji="1" lang="en-US" altLang="ja-JP" dirty="0"/>
              <a:t>R</a:t>
            </a:r>
            <a:r>
              <a:rPr kumimoji="1" lang="ja-JP" altLang="en-US" dirty="0"/>
              <a:t>」でファイルに記録したデータも読みこみますので、「</a:t>
            </a:r>
            <a:r>
              <a:rPr kumimoji="1" lang="en-US" altLang="ja-JP" dirty="0"/>
              <a:t>R</a:t>
            </a:r>
            <a:r>
              <a:rPr kumimoji="1" lang="ja-JP" altLang="en-US" dirty="0"/>
              <a:t>→</a:t>
            </a:r>
            <a:r>
              <a:rPr kumimoji="1" lang="en-US" altLang="ja-JP" dirty="0"/>
              <a:t>D</a:t>
            </a:r>
            <a:r>
              <a:rPr kumimoji="1" lang="ja-JP" altLang="en-US" dirty="0"/>
              <a:t>→</a:t>
            </a:r>
            <a:r>
              <a:rPr kumimoji="1" lang="en-US" altLang="ja-JP" dirty="0"/>
              <a:t>G</a:t>
            </a:r>
            <a:r>
              <a:rPr kumimoji="1" lang="ja-JP" altLang="en-US" dirty="0"/>
              <a:t>」の操作で、記録した動作をすぐガイドで確認できます。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17082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6982D-1DB8-2D06-2DA8-ED91EF4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P</a:t>
            </a:r>
            <a:r>
              <a:rPr kumimoji="1" lang="ja-JP" altLang="en-US" dirty="0"/>
              <a:t>スタイラスの位置や角度を表示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D67666-ECE4-865F-1CCA-F152A8B78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スタイラスの位置や角度を表示します</a:t>
            </a:r>
            <a:r>
              <a:rPr kumimoji="1" lang="en-US" altLang="ja-JP" dirty="0"/>
              <a:t>.</a:t>
            </a:r>
          </a:p>
          <a:p>
            <a:r>
              <a:rPr kumimoji="1" lang="en-US" altLang="ja-JP" dirty="0"/>
              <a:t>1</a:t>
            </a:r>
            <a:r>
              <a:rPr kumimoji="1" lang="ja-JP" altLang="en-US" dirty="0"/>
              <a:t>回だけ表示され、メニューに戻ります。</a:t>
            </a:r>
          </a:p>
        </p:txBody>
      </p:sp>
    </p:spTree>
    <p:extLst>
      <p:ext uri="{BB962C8B-B14F-4D97-AF65-F5344CB8AC3E}">
        <p14:creationId xmlns:p14="http://schemas.microsoft.com/office/powerpoint/2010/main" val="3747122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0EE66D-DF0A-FCA3-D830-2F7C7A05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C</a:t>
            </a:r>
            <a:r>
              <a:rPr kumimoji="1" lang="ja-JP" altLang="en-US" dirty="0"/>
              <a:t> スタイラスの位置や角度を連続表示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8FBC83-0833-8DAA-EDDA-6DB3F830A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スタイラスの位置や角度を連続的に表示します</a:t>
            </a:r>
            <a:endParaRPr kumimoji="1" lang="en-US" altLang="ja-JP" dirty="0"/>
          </a:p>
          <a:p>
            <a:r>
              <a:rPr kumimoji="1" lang="en-US" altLang="ja-JP" dirty="0"/>
              <a:t>500ms</a:t>
            </a:r>
            <a:r>
              <a:rPr kumimoji="1" lang="ja-JP" altLang="en-US" dirty="0"/>
              <a:t>ごとに表示されます</a:t>
            </a:r>
          </a:p>
        </p:txBody>
      </p:sp>
    </p:spTree>
    <p:extLst>
      <p:ext uri="{BB962C8B-B14F-4D97-AF65-F5344CB8AC3E}">
        <p14:creationId xmlns:p14="http://schemas.microsoft.com/office/powerpoint/2010/main" val="3514819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A18911-2188-A5BB-542D-047F265E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A</a:t>
            </a:r>
            <a:r>
              <a:rPr kumimoji="1" lang="ja-JP" altLang="en-US" dirty="0"/>
              <a:t> ファイルのリサンプリング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261B6-C937-6F76-F595-A4033A90A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ほかのソフトウェアなどで作られた</a:t>
            </a:r>
            <a:r>
              <a:rPr kumimoji="1" lang="en-US" altLang="ja-JP" dirty="0"/>
              <a:t>,</a:t>
            </a:r>
            <a:r>
              <a:rPr kumimoji="1" lang="ja-JP" altLang="en-US" dirty="0"/>
              <a:t>任意のサンプリング時間の動作データをこのソフトウェアで使えるようにします</a:t>
            </a:r>
            <a:endParaRPr kumimoji="1" lang="en-US" altLang="ja-JP" dirty="0"/>
          </a:p>
          <a:p>
            <a:r>
              <a:rPr kumimoji="1" lang="ja-JP" altLang="en-US" dirty="0"/>
              <a:t>ほかのソフトウェアなどで作られた</a:t>
            </a:r>
            <a:r>
              <a:rPr kumimoji="1" lang="en-US" altLang="ja-JP" dirty="0"/>
              <a:t>,</a:t>
            </a:r>
            <a:r>
              <a:rPr kumimoji="1" lang="ja-JP" altLang="en-US" dirty="0"/>
              <a:t>任意のサンプリング時間の動作データのファイル名を「</a:t>
            </a:r>
            <a:r>
              <a:rPr kumimoji="1" lang="en-US" altLang="ja-JP" dirty="0"/>
              <a:t>replay.csv</a:t>
            </a:r>
            <a:r>
              <a:rPr kumimoji="1" lang="ja-JP" altLang="en-US" dirty="0"/>
              <a:t>」にして、フォルダに置いてください。</a:t>
            </a:r>
            <a:endParaRPr kumimoji="1" lang="en-US" altLang="ja-JP" dirty="0"/>
          </a:p>
          <a:p>
            <a:r>
              <a:rPr kumimoji="1" lang="ja-JP" altLang="en-US" dirty="0"/>
              <a:t>リサンプリングされたファイルは「</a:t>
            </a:r>
            <a:r>
              <a:rPr kumimoji="1" lang="en-US" altLang="ja-JP" dirty="0"/>
              <a:t>replay_resampled.csv</a:t>
            </a:r>
            <a:r>
              <a:rPr kumimoji="1" lang="ja-JP" altLang="en-US" dirty="0"/>
              <a:t>」となります。</a:t>
            </a:r>
            <a:endParaRPr kumimoji="1" lang="en-US" altLang="ja-JP" dirty="0"/>
          </a:p>
          <a:p>
            <a:r>
              <a:rPr kumimoji="1" lang="ja-JP" altLang="en-US" dirty="0"/>
              <a:t>その後、「</a:t>
            </a:r>
            <a:r>
              <a:rPr kumimoji="1" lang="en-US" altLang="ja-JP" dirty="0"/>
              <a:t>L</a:t>
            </a:r>
            <a:r>
              <a:rPr kumimoji="1" lang="ja-JP" altLang="en-US" dirty="0"/>
              <a:t>」でロードできるようになります。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1592719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2EBB84-B7C8-19E0-9E1C-D9B142C98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W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D7F06C-8415-2A81-3AC1-0153D9D86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デバッグ用です</a:t>
            </a:r>
            <a:r>
              <a:rPr lang="en-US" altLang="ja-JP" dirty="0"/>
              <a:t>)</a:t>
            </a:r>
            <a:r>
              <a:rPr lang="ja-JP" altLang="en-US" dirty="0"/>
              <a:t> りサンプルされたリプレイデータをファイルに書き込みます</a:t>
            </a:r>
            <a:br>
              <a:rPr lang="en-US" altLang="ja-JP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37445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CCC430-7FA7-BDAF-5D7A-3794F312F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H </a:t>
            </a:r>
            <a:r>
              <a:rPr lang="ja-JP" altLang="en-US" dirty="0"/>
              <a:t>コマンド一覧を表示します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B4D9DC-53CF-26F7-286F-CC415504C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8219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4CB586-CCDD-3232-4292-6DD1B37DD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Q </a:t>
            </a:r>
            <a:r>
              <a:rPr lang="ja-JP" altLang="en-US" dirty="0"/>
              <a:t>ソフトウェアを終了します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DA4C66-EC2B-0C4F-F25D-65860396F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6062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5BE46-C905-F1A8-2076-DE81D810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以下は未整理の補足説明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F5C32-FEFB-CF7C-C7B8-2A5BBF83E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443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BBB790-7D03-3AC5-02EB-45EF5323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アプリケーションの起動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277CC5-8265-E026-0E7F-C2A3155E0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537990" cy="4351338"/>
          </a:xfrm>
        </p:spPr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フォルダ内の</a:t>
            </a:r>
            <a:r>
              <a:rPr kumimoji="1" lang="en-US" altLang="ja-JP" dirty="0"/>
              <a:t>Guide_n_ReadMotion.exe</a:t>
            </a:r>
            <a:r>
              <a:rPr kumimoji="1" lang="ja-JP" altLang="en-US" dirty="0"/>
              <a:t>を起動します</a:t>
            </a:r>
            <a:r>
              <a:rPr kumimoji="1" lang="en-US" altLang="ja-JP" dirty="0"/>
              <a:t>.</a:t>
            </a:r>
          </a:p>
          <a:p>
            <a:r>
              <a:rPr lang="ja-JP" altLang="en-US" dirty="0"/>
              <a:t>右のようなエラーが出た場合は</a:t>
            </a:r>
            <a:r>
              <a:rPr lang="en-US" altLang="ja-JP" dirty="0"/>
              <a:t>,</a:t>
            </a:r>
            <a:r>
              <a:rPr lang="ja-JP" altLang="en-US" dirty="0"/>
              <a:t>フォルダ内の</a:t>
            </a:r>
            <a:r>
              <a:rPr lang="en-US" altLang="ja-JP" dirty="0"/>
              <a:t>vcredist_x86.exe</a:t>
            </a:r>
            <a:r>
              <a:rPr lang="ja-JP" altLang="en-US" dirty="0"/>
              <a:t>を起動して必要な</a:t>
            </a:r>
            <a:r>
              <a:rPr lang="en-US" altLang="ja-JP" dirty="0" err="1"/>
              <a:t>dll</a:t>
            </a:r>
            <a:r>
              <a:rPr lang="ja-JP" altLang="en-US" dirty="0"/>
              <a:t>をインストールしてください</a:t>
            </a:r>
            <a:r>
              <a:rPr lang="en-US" altLang="ja-JP" dirty="0"/>
              <a:t>.</a:t>
            </a:r>
          </a:p>
          <a:p>
            <a:pPr lvl="1"/>
            <a:r>
              <a:rPr lang="ja-JP" altLang="en-US" dirty="0"/>
              <a:t>これは</a:t>
            </a:r>
            <a:r>
              <a:rPr lang="en-US" altLang="ja-JP" dirty="0"/>
              <a:t>[Visual Studio 2013 </a:t>
            </a:r>
            <a:r>
              <a:rPr lang="ja-JP" altLang="en-US" dirty="0"/>
              <a:t>の </a:t>
            </a:r>
            <a:r>
              <a:rPr lang="en-US" altLang="ja-JP" dirty="0"/>
              <a:t>Visual C++ </a:t>
            </a:r>
            <a:r>
              <a:rPr lang="ja-JP" altLang="en-US" dirty="0"/>
              <a:t>再頒布可能パッケージ</a:t>
            </a:r>
            <a:r>
              <a:rPr lang="en-US" altLang="ja-JP" dirty="0"/>
              <a:t>]</a:t>
            </a:r>
            <a:r>
              <a:rPr lang="ja-JP" altLang="en-US" dirty="0"/>
              <a:t>です</a:t>
            </a:r>
            <a:r>
              <a:rPr lang="en-US" altLang="ja-JP" dirty="0"/>
              <a:t>.</a:t>
            </a:r>
          </a:p>
          <a:p>
            <a:r>
              <a:rPr lang="ja-JP" altLang="en-US" dirty="0"/>
              <a:t>それでもしつこくエラーが出る場合は下記</a:t>
            </a:r>
            <a:r>
              <a:rPr lang="en-US" altLang="ja-JP" dirty="0"/>
              <a:t>URL</a:t>
            </a:r>
            <a:r>
              <a:rPr lang="ja-JP" altLang="en-US" dirty="0"/>
              <a:t>を参照してください</a:t>
            </a:r>
            <a:endParaRPr lang="en-US" altLang="ja-JP" dirty="0"/>
          </a:p>
          <a:p>
            <a:r>
              <a:rPr lang="en-US" altLang="ja-JP" dirty="0">
                <a:hlinkClick r:id="rId2"/>
              </a:rPr>
              <a:t>MSVCP120.dll</a:t>
            </a:r>
            <a:r>
              <a:rPr lang="ja-JP" altLang="en-US" dirty="0">
                <a:hlinkClick r:id="rId2"/>
              </a:rPr>
              <a:t>が見つからないエラーが出た時の対処法 </a:t>
            </a:r>
            <a:r>
              <a:rPr lang="en-US" altLang="ja-JP" dirty="0">
                <a:hlinkClick r:id="rId2"/>
              </a:rPr>
              <a:t>– Windows10/11 (</a:t>
            </a:r>
            <a:r>
              <a:rPr lang="en-US" altLang="ja-JP" dirty="0" err="1">
                <a:hlinkClick r:id="rId2"/>
              </a:rPr>
              <a:t>itojisan.xyz</a:t>
            </a:r>
            <a:r>
              <a:rPr lang="en-US" altLang="ja-JP" dirty="0">
                <a:hlinkClick r:id="rId2"/>
              </a:rPr>
              <a:t>)</a:t>
            </a:r>
            <a:endParaRPr lang="en-US" altLang="ja-JP" dirty="0"/>
          </a:p>
          <a:p>
            <a:pPr lvl="1"/>
            <a:endParaRPr lang="ja-JP" altLang="en-US" dirty="0"/>
          </a:p>
          <a:p>
            <a:pPr lvl="1"/>
            <a:endParaRPr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477F87A-9798-321C-9857-991EAFC2F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103" y="1535798"/>
            <a:ext cx="3678653" cy="153277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E8F1ADD-6A16-A03F-00FF-46873D2EE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64" y="3203506"/>
            <a:ext cx="4584936" cy="283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32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156009-DB04-3BA4-8C76-40512194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dll</a:t>
            </a:r>
            <a:r>
              <a:rPr kumimoji="1" lang="ja-JP" altLang="en-US" dirty="0"/>
              <a:t>エラー問題について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73C8D6-1562-0F0A-0C42-E64EAEF4B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Windows 10</a:t>
            </a:r>
            <a:r>
              <a:rPr kumimoji="1" lang="ja-JP" altLang="en-US" dirty="0"/>
              <a:t>から勝手にアップグレードされた</a:t>
            </a:r>
            <a:r>
              <a:rPr kumimoji="1" lang="en-US" altLang="ja-JP" dirty="0"/>
              <a:t>windows</a:t>
            </a:r>
            <a:r>
              <a:rPr lang="en-US" altLang="ja-JP" dirty="0"/>
              <a:t>11</a:t>
            </a:r>
            <a:r>
              <a:rPr lang="ja-JP" altLang="en-US" dirty="0"/>
              <a:t>では結構しつこいエラーが出ます</a:t>
            </a:r>
            <a:r>
              <a:rPr lang="en-US" altLang="ja-JP" dirty="0"/>
              <a:t>.</a:t>
            </a:r>
          </a:p>
          <a:p>
            <a:r>
              <a:rPr kumimoji="1" lang="en-US" altLang="ja-JP" dirty="0"/>
              <a:t>Windows 1</a:t>
            </a:r>
            <a:r>
              <a:rPr lang="en-US" altLang="ja-JP" dirty="0"/>
              <a:t>1</a:t>
            </a:r>
            <a:r>
              <a:rPr lang="ja-JP" altLang="en-US" dirty="0"/>
              <a:t>を</a:t>
            </a:r>
            <a:r>
              <a:rPr kumimoji="1" lang="ja-JP" altLang="en-US" dirty="0"/>
              <a:t>クリーンインストールした場合は</a:t>
            </a:r>
            <a:endParaRPr kumimoji="1" lang="en-US" altLang="ja-JP" dirty="0"/>
          </a:p>
          <a:p>
            <a:r>
              <a:rPr lang="en-US" altLang="ja-JP" dirty="0"/>
              <a:t>visual studio 2019 community </a:t>
            </a:r>
            <a:r>
              <a:rPr lang="ja-JP" altLang="en-US" dirty="0"/>
              <a:t>入れたらすんなり解決したりして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6862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610253-1065-195F-6344-572B5B166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6B8ABE-3F21-F6D1-5E8C-97EEEDBDA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SDK</a:t>
            </a:r>
            <a:r>
              <a:rPr kumimoji="1" lang="ja-JP" altLang="en-US" dirty="0"/>
              <a:t>もインストールが必要です</a:t>
            </a:r>
            <a:endParaRPr kumimoji="1" lang="en-US" altLang="ja-JP" dirty="0"/>
          </a:p>
          <a:p>
            <a:r>
              <a:rPr lang="en-US" altLang="ja-JP"/>
              <a:t>vc140D</a:t>
            </a:r>
            <a:r>
              <a:rPr lang="ja-JP" altLang="en-US" dirty="0"/>
              <a:t>はランタイム</a:t>
            </a:r>
            <a:r>
              <a:rPr lang="en-US" altLang="ja-JP" dirty="0"/>
              <a:t>2015</a:t>
            </a:r>
            <a:r>
              <a:rPr lang="ja-JP" altLang="en-US" dirty="0"/>
              <a:t>では無理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4BFB8A0-101F-13B9-7193-E5E635E29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186" y="801272"/>
            <a:ext cx="4172164" cy="158123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8E0B0E8-87B0-B029-E61F-A1847A2FA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034" y="1790912"/>
            <a:ext cx="4172164" cy="158123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A963EE3-8F90-4CB2-392C-11B1F6DC3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135" y="3273342"/>
            <a:ext cx="4191215" cy="158123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3F81FE5-9DB0-B216-E86B-BBA6996AE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657" y="4922041"/>
            <a:ext cx="4191215" cy="158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29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24BE7927BB68940B01A12F3DC44A47E" ma:contentTypeVersion="12" ma:contentTypeDescription="新しいドキュメントを作成します。" ma:contentTypeScope="" ma:versionID="1f70a0006c87aa1c63431369876c1ad7">
  <xsd:schema xmlns:xsd="http://www.w3.org/2001/XMLSchema" xmlns:xs="http://www.w3.org/2001/XMLSchema" xmlns:p="http://schemas.microsoft.com/office/2006/metadata/properties" xmlns:ns2="41727089-f573-48c7-884c-338269ca6277" xmlns:ns3="e032ea95-d350-48b8-be76-c017084d27a9" targetNamespace="http://schemas.microsoft.com/office/2006/metadata/properties" ma:root="true" ma:fieldsID="83cddd4d3d8fd05e95253fdcd00f7611" ns2:_="" ns3:_="">
    <xsd:import namespace="41727089-f573-48c7-884c-338269ca6277"/>
    <xsd:import namespace="e032ea95-d350-48b8-be76-c017084d27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727089-f573-48c7-884c-338269ca62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8566bd9e-9b5c-4b54-b936-8e683dc0b9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32ea95-d350-48b8-be76-c017084d27a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7a54d24-c608-4129-80e6-7ae9cf1f55b9}" ma:internalName="TaxCatchAll" ma:showField="CatchAllData" ma:web="e032ea95-d350-48b8-be76-c017084d27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1727089-f573-48c7-884c-338269ca6277">
      <Terms xmlns="http://schemas.microsoft.com/office/infopath/2007/PartnerControls"/>
    </lcf76f155ced4ddcb4097134ff3c332f>
    <TaxCatchAll xmlns="e032ea95-d350-48b8-be76-c017084d27a9" xsi:nil="true"/>
  </documentManagement>
</p:properties>
</file>

<file path=customXml/itemProps1.xml><?xml version="1.0" encoding="utf-8"?>
<ds:datastoreItem xmlns:ds="http://schemas.openxmlformats.org/officeDocument/2006/customXml" ds:itemID="{3FCE48A9-F8A4-48ED-8FAA-20ADB7CE562F}"/>
</file>

<file path=customXml/itemProps2.xml><?xml version="1.0" encoding="utf-8"?>
<ds:datastoreItem xmlns:ds="http://schemas.openxmlformats.org/officeDocument/2006/customXml" ds:itemID="{B27F9EA7-23F0-4BC4-828E-1A7CA1AADEC7}"/>
</file>

<file path=customXml/itemProps3.xml><?xml version="1.0" encoding="utf-8"?>
<ds:datastoreItem xmlns:ds="http://schemas.openxmlformats.org/officeDocument/2006/customXml" ds:itemID="{E61F1042-2371-46BD-BFCB-B9A546906C9B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683</TotalTime>
  <Words>1519</Words>
  <Application>Microsoft Office PowerPoint</Application>
  <PresentationFormat>画面に合わせる (4:3)</PresentationFormat>
  <Paragraphs>129</Paragraphs>
  <Slides>27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テーマ</vt:lpstr>
      <vt:lpstr>Guide_n_ReadMotion</vt:lpstr>
      <vt:lpstr>準備編</vt:lpstr>
      <vt:lpstr>準備1 OpenHaptics ドライバのインストール</vt:lpstr>
      <vt:lpstr>準備2 デバイスの認識</vt:lpstr>
      <vt:lpstr>準備3 OpenHaptics SDKのインストール</vt:lpstr>
      <vt:lpstr>準備2</vt:lpstr>
      <vt:lpstr>準備3 ソフトウェア本体の設置</vt:lpstr>
      <vt:lpstr>操作編</vt:lpstr>
      <vt:lpstr>アプリケーションの起動</vt:lpstr>
      <vt:lpstr>アプリケーションの起動</vt:lpstr>
      <vt:lpstr>このような画面が出たら</vt:lpstr>
      <vt:lpstr>デバイスのキャリブレーション</vt:lpstr>
      <vt:lpstr>メニューが表示されます.</vt:lpstr>
      <vt:lpstr>1.模範動作データの読み込み</vt:lpstr>
      <vt:lpstr>2. ガイドモード</vt:lpstr>
      <vt:lpstr>3. R 記録モード </vt:lpstr>
      <vt:lpstr>D : 記録データの模範データへの複製</vt:lpstr>
      <vt:lpstr>Pスタイラスの位置や角度を表示</vt:lpstr>
      <vt:lpstr>C スタイラスの位置や角度を連続表示</vt:lpstr>
      <vt:lpstr>A ファイルのリサンプリング</vt:lpstr>
      <vt:lpstr>W</vt:lpstr>
      <vt:lpstr>H コマンド一覧を表示します</vt:lpstr>
      <vt:lpstr>Q ソフトウェアを終了します</vt:lpstr>
      <vt:lpstr>以下は未整理の補足説明</vt:lpstr>
      <vt:lpstr>アプリケーションの起動</vt:lpstr>
      <vt:lpstr>dllエラー問題について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Guide_n_ReadMotion</dc:title>
  <dc:creator>寺西 大</dc:creator>
  <cp:lastModifiedBy>寺西 大</cp:lastModifiedBy>
  <cp:revision>20</cp:revision>
  <dcterms:created xsi:type="dcterms:W3CDTF">2023-09-29T01:20:02Z</dcterms:created>
  <dcterms:modified xsi:type="dcterms:W3CDTF">2024-04-17T01:33:55Z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0x010100324BE7927BB68940B01A12F3DC44A47E</vt:lpwstr>
  </property>
</Properties>
</file>